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DDAC2-46A6-41A5-AE06-136805DB1967}" v="1" dt="2026-10-30T17:07:09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landa Darville" userId="fff510f6c793fe8b" providerId="LiveId" clId="{BFB07388-B835-474C-8621-880011161D92}"/>
    <pc:docChg chg="modSld">
      <pc:chgData name="Yolanda Darville" userId="fff510f6c793fe8b" providerId="LiveId" clId="{BFB07388-B835-474C-8621-880011161D92}" dt="2026-10-30T17:07:22.028" v="45" actId="20577"/>
      <pc:docMkLst>
        <pc:docMk/>
      </pc:docMkLst>
      <pc:sldChg chg="addSp delSp modSp mod">
        <pc:chgData name="Yolanda Darville" userId="fff510f6c793fe8b" providerId="LiveId" clId="{BFB07388-B835-474C-8621-880011161D92}" dt="2026-10-30T17:07:22.028" v="45" actId="20577"/>
        <pc:sldMkLst>
          <pc:docMk/>
          <pc:sldMk cId="317918125" sldId="257"/>
        </pc:sldMkLst>
        <pc:spChg chg="mod">
          <ac:chgData name="Yolanda Darville" userId="fff510f6c793fe8b" providerId="LiveId" clId="{BFB07388-B835-474C-8621-880011161D92}" dt="2026-10-30T17:07:22.028" v="45" actId="20577"/>
          <ac:spMkLst>
            <pc:docMk/>
            <pc:sldMk cId="317918125" sldId="257"/>
            <ac:spMk id="12" creationId="{00000000-0000-0000-0000-000000000000}"/>
          </ac:spMkLst>
        </pc:spChg>
        <pc:spChg chg="add del mod">
          <ac:chgData name="Yolanda Darville" userId="fff510f6c793fe8b" providerId="LiveId" clId="{BFB07388-B835-474C-8621-880011161D92}" dt="2026-10-30T17:07:11.807" v="32"/>
          <ac:spMkLst>
            <pc:docMk/>
            <pc:sldMk cId="317918125" sldId="257"/>
            <ac:spMk id="40" creationId="{22ECF9E7-89DE-41CF-558E-5083E17D6C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E1F2-4F3D-B95C-0640-7DC67C266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A4F55-CDFC-2367-433B-EACDB3A64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90AA-EECE-67AA-9779-3FF67B10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AF1F7-3B47-48AC-4DFA-F22879BF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5C5B0-33D4-7D22-96AD-01922B42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6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FED3-39A8-AC57-5E9F-631FE5FF1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31A3E-20DF-6F28-281C-A8DED9B55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44E57-505E-E204-ACCC-9DDF5DEE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9387-9371-4B8B-6EE5-BF00B18F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F229-300E-5846-EC15-3FAAC507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7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D684-B183-0907-A8D2-364C2ABDE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78C22-44D9-B669-82CD-CC2DE7790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72142-712E-7967-A72B-04ECEA24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4E4D4-C2D3-7D69-BEF9-673B8D73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D41A-69AA-82A2-60D1-EA75722C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8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2C94-ADB7-8986-7009-B9DD490A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C8160-E2B3-AF22-BA60-CCEA0122C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EBA11-DCE8-6398-2B48-00F7A1658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74C5B-C36A-C0CA-33D2-D6B161A7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CD6D5-032F-043D-4B84-A0DA6D66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3C26C-0730-01CB-49CB-9FBA0C13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8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2C8E-9B60-7319-9736-F82338A41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B478B-6818-F082-97FC-DA9E64B9E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4741A-80F3-887E-3A16-E7DD3C945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B21E0-90EA-79EC-424A-3469D9408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04284-3DF8-9589-5593-FF84F4FDC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4F778-1769-D518-DAB8-DADB8590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E7662-592F-0D44-34E0-9C652C32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F44E3-76D6-CE26-C735-9401ACA4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8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0067-3FC3-F156-4760-C3446F46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FBA742-0A7E-4B28-A618-1751A661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C8401-763A-840B-7A08-B9F7CC27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DD949-2027-3083-F366-AFDCA735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5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38AB2-7401-9253-24B2-4F29EE7D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D8955-F765-E15D-07F3-AEBA2FDA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0791F-949F-DB0B-B735-5DC338CB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4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86B7-77CB-C6CE-7480-C9A3E1E9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A7301-90EB-58B6-993D-F84219E78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01505-1389-A215-43B7-BB84F0185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73EE2-8D89-8203-618E-2B6F11C1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9A6EB-02B2-EA3E-B6B8-B41EB06A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9F109-503F-93F0-4FBC-CAAF7038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1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1E92-F1CE-F2BE-EAC7-2672635C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9766D-B590-D8B7-B4AC-2AC2D7D213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0240B-D10A-E0A8-FBCF-6EB2E1B04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8BB4D-FF47-FCB6-A0F8-E8CBEF9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4EED-76FD-0081-4E0A-5AB2F6B6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01E43-A047-AC85-8587-EF51090F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483-B740-D9F0-FBEE-0C21DCCF5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C25E0-20C1-3071-F832-57253F8C1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3E3FF-2997-70DF-6EB9-BBDE21DC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808B-D16D-CDE1-1EFE-31CA0ED0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0E86-AB3E-8552-6A45-227BC289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379F5-9878-C6EE-5E81-6090FFD0B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1ED8E-FF4B-11E0-01EB-9AF089A0D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757F-FE0B-DFC4-E23A-E26035C9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7C052-3812-CD31-2FCE-AE6A4685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816E3-B73C-CF9E-9F05-46BBE188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0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B5F59-F6D5-07A0-184D-748DBB61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7805B-6770-2F09-D785-AF117211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629E5-D9E0-32D4-12EF-AE1D45801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6AFF9-BD6C-4230-8E01-692084AF58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A3235-6D0C-9A70-581A-31DE433B6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482F7-0561-A478-6511-0193B5E91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31FFB-2DFB-4456-BD6F-37C75E74A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9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ext.frame.io/share/4865cad4-9ab9-4386-9f33-995bd2575c34/view/d0a078f9-0cc5-4a9f-9993-5ca26064719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spireHER">
            <a:extLst>
              <a:ext uri="{FF2B5EF4-FFF2-40B4-BE49-F238E27FC236}">
                <a16:creationId xmlns:a16="http://schemas.microsoft.com/office/drawing/2014/main" id="{6B7BFE84-C886-7C59-31A9-3677D3E4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82" y="2364375"/>
            <a:ext cx="10287636" cy="21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9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438912"/>
            <a:ext cx="91440" cy="621792"/>
          </a:xfrm>
          <a:prstGeom prst="rect">
            <a:avLst/>
          </a:prstGeom>
          <a:solidFill>
            <a:srgbClr val="EE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EE1967"/>
                </a:solidFill>
                <a:latin typeface="Aptos Display"/>
              </a:rPr>
              <a:t>iNSPIRE</a:t>
            </a:r>
            <a:r>
              <a:rPr sz="3600" b="1">
                <a:solidFill>
                  <a:srgbClr val="631D2F"/>
                </a:solidFill>
                <a:latin typeface="Aptos Display"/>
              </a:rPr>
              <a:t>Her</a:t>
            </a:r>
            <a:r>
              <a:rPr sz="3600" b="0">
                <a:solidFill>
                  <a:srgbClr val="631D2F"/>
                </a:solidFill>
                <a:latin typeface="Aptos Display"/>
              </a:rPr>
              <a:t> 2026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22860"/>
          </a:xfrm>
          <a:prstGeom prst="rect">
            <a:avLst/>
          </a:prstGeom>
          <a:solidFill>
            <a:srgbClr val="E9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103120" cy="50292"/>
          </a:xfrm>
          <a:prstGeom prst="rect">
            <a:avLst/>
          </a:prstGeom>
          <a:solidFill>
            <a:srgbClr val="EE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1967"/>
                </a:solidFill>
                <a:latin typeface="Aptos"/>
              </a:rPr>
              <a:t>EVENT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52578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631D2F"/>
                </a:solidFill>
                <a:latin typeface="Aptos Display"/>
                <a:hlinkClick r:id="rId2"/>
              </a:rPr>
              <a:t>InspireHer</a:t>
            </a:r>
            <a:r>
              <a:rPr sz="2500" b="1" dirty="0">
                <a:solidFill>
                  <a:srgbClr val="631D2F"/>
                </a:solidFill>
                <a:latin typeface="Aptos Display"/>
                <a:hlinkClick r:id="rId2"/>
              </a:rPr>
              <a:t> 2025</a:t>
            </a:r>
            <a:r>
              <a:rPr lang="en-US" sz="2500" b="1" dirty="0">
                <a:solidFill>
                  <a:srgbClr val="631D2F"/>
                </a:solidFill>
                <a:latin typeface="Aptos Display"/>
                <a:hlinkClick r:id="rId2"/>
              </a:rPr>
              <a:t> Reel</a:t>
            </a:r>
            <a:endParaRPr sz="2500" b="1" dirty="0">
              <a:solidFill>
                <a:srgbClr val="631D2F"/>
              </a:solidFill>
              <a:latin typeface="Aptos Display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28232" y="1527048"/>
            <a:ext cx="20116" cy="4526280"/>
          </a:xfrm>
          <a:prstGeom prst="rect">
            <a:avLst/>
          </a:prstGeom>
          <a:solidFill>
            <a:srgbClr val="E9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21424" y="1517904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1967"/>
                </a:solidFill>
                <a:latin typeface="Aptos"/>
              </a:rPr>
              <a:t>TABLE SET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4" y="1828800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rgbClr val="631D2F"/>
                </a:solidFill>
                <a:latin typeface="Aptos Display"/>
              </a:rPr>
              <a:t>Your Display:</a:t>
            </a:r>
            <a:endParaRPr sz="2500" b="1" dirty="0">
              <a:solidFill>
                <a:srgbClr val="631D2F"/>
              </a:solidFill>
              <a:latin typeface="Aptos Display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" y="2578608"/>
            <a:ext cx="82296" cy="457200"/>
          </a:xfrm>
          <a:prstGeom prst="rect">
            <a:avLst/>
          </a:prstGeom>
          <a:solidFill>
            <a:srgbClr val="EE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542032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EE1967"/>
                </a:solidFill>
                <a:latin typeface="Aptos"/>
              </a:rPr>
              <a:t>SCHOOL EXCUSE </a:t>
            </a:r>
            <a:r>
              <a:rPr sz="1400" b="1">
                <a:solidFill>
                  <a:srgbClr val="EE1967"/>
                </a:solidFill>
                <a:latin typeface="Aptos"/>
              </a:rPr>
              <a:t> </a:t>
            </a:r>
            <a:r>
              <a:rPr sz="1400" b="1" dirty="0">
                <a:solidFill>
                  <a:srgbClr val="EE1967"/>
                </a:solidFill>
                <a:latin typeface="Aptos"/>
              </a:rPr>
              <a:t>SLIPS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16351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31D2F"/>
                </a:solidFill>
                <a:latin typeface="Aptos"/>
              </a:rPr>
              <a:t>signed and bring back next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264408"/>
            <a:ext cx="4736592" cy="16459"/>
          </a:xfrm>
          <a:prstGeom prst="rect">
            <a:avLst/>
          </a:prstGeom>
          <a:solidFill>
            <a:srgbClr val="E9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" y="3438144"/>
            <a:ext cx="82296" cy="457200"/>
          </a:xfrm>
          <a:prstGeom prst="rect">
            <a:avLst/>
          </a:prstGeom>
          <a:solidFill>
            <a:srgbClr val="EE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401568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1967"/>
                </a:solidFill>
                <a:latin typeface="Aptos"/>
              </a:rPr>
              <a:t>DATE, TIME &amp;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675888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900" b="0" dirty="0" err="1">
                <a:solidFill>
                  <a:srgbClr val="631D2F"/>
                </a:solidFill>
                <a:latin typeface="Aptos"/>
              </a:rPr>
              <a:t>Bahamar</a:t>
            </a:r>
            <a:r>
              <a:rPr lang="en-US" sz="1900" b="0" dirty="0">
                <a:solidFill>
                  <a:srgbClr val="631D2F"/>
                </a:solidFill>
                <a:latin typeface="Aptos"/>
              </a:rPr>
              <a:t>, </a:t>
            </a:r>
            <a:r>
              <a:rPr sz="1900" b="0" dirty="0">
                <a:solidFill>
                  <a:srgbClr val="631D2F"/>
                </a:solidFill>
                <a:latin typeface="Aptos"/>
              </a:rPr>
              <a:t>Friday, Nov 13th, 8 am – 1 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123944"/>
            <a:ext cx="4736592" cy="16459"/>
          </a:xfrm>
          <a:prstGeom prst="rect">
            <a:avLst/>
          </a:prstGeom>
          <a:solidFill>
            <a:srgbClr val="E9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" y="4297680"/>
            <a:ext cx="82296" cy="457200"/>
          </a:xfrm>
          <a:prstGeom prst="rect">
            <a:avLst/>
          </a:prstGeom>
          <a:solidFill>
            <a:srgbClr val="EE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261104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EE1967"/>
                </a:solidFill>
                <a:latin typeface="Aptos"/>
              </a:rPr>
              <a:t>DAY ATTIRE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535424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31D2F"/>
                </a:solidFill>
                <a:latin typeface="Aptos"/>
              </a:rPr>
              <a:t>School Uniform + iGNITE Her lanyard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9712" y="2633472"/>
            <a:ext cx="182880" cy="182880"/>
          </a:xfrm>
          <a:prstGeom prst="rect">
            <a:avLst/>
          </a:prstGeom>
          <a:noFill/>
          <a:ln w="25400">
            <a:solidFill>
              <a:srgbClr val="EE1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94321" y="2560320"/>
            <a:ext cx="40050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631D2F"/>
                </a:solidFill>
                <a:latin typeface="Aptos"/>
              </a:rPr>
              <a:t>Name Tent 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9712" y="3383279"/>
            <a:ext cx="182880" cy="182880"/>
          </a:xfrm>
          <a:prstGeom prst="rect">
            <a:avLst/>
          </a:prstGeom>
          <a:noFill/>
          <a:ln w="25400">
            <a:solidFill>
              <a:srgbClr val="EE1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3310127"/>
            <a:ext cx="40050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631D2F"/>
                </a:solidFill>
                <a:latin typeface="Aptos"/>
              </a:rPr>
              <a:t>Headshot in frame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39712" y="4133087"/>
            <a:ext cx="182880" cy="182880"/>
          </a:xfrm>
          <a:prstGeom prst="rect">
            <a:avLst/>
          </a:prstGeom>
          <a:noFill/>
          <a:ln w="25400">
            <a:solidFill>
              <a:srgbClr val="EE1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5472" y="4059935"/>
            <a:ext cx="40050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631D2F"/>
                </a:solidFill>
                <a:latin typeface="Aptos"/>
              </a:rPr>
              <a:t>About Me One Pager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0568" y="4882896"/>
            <a:ext cx="201168" cy="182880"/>
          </a:xfrm>
          <a:prstGeom prst="rect">
            <a:avLst/>
          </a:prstGeom>
          <a:noFill/>
          <a:ln w="25400">
            <a:solidFill>
              <a:srgbClr val="EE1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5472" y="4809744"/>
            <a:ext cx="40050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631D2F"/>
                </a:solidFill>
                <a:latin typeface="Aptos"/>
              </a:rPr>
              <a:t>iPad Showing Building Process</a:t>
            </a:r>
            <a:endParaRPr lang="en-US" sz="1900" b="0" dirty="0">
              <a:solidFill>
                <a:srgbClr val="631D2F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" y="6345936"/>
            <a:ext cx="8156448" cy="32004"/>
          </a:xfrm>
          <a:prstGeom prst="rect">
            <a:avLst/>
          </a:prstGeom>
          <a:solidFill>
            <a:srgbClr val="63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14816" y="6345936"/>
            <a:ext cx="2724912" cy="32004"/>
          </a:xfrm>
          <a:prstGeom prst="rect">
            <a:avLst/>
          </a:prstGeom>
          <a:solidFill>
            <a:srgbClr val="EE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973C58-25FA-EE84-5564-9E138ACB846B}"/>
              </a:ext>
            </a:extLst>
          </p:cNvPr>
          <p:cNvSpPr txBox="1"/>
          <p:nvPr/>
        </p:nvSpPr>
        <p:spPr>
          <a:xfrm>
            <a:off x="7194321" y="5426964"/>
            <a:ext cx="40050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900" dirty="0">
                <a:solidFill>
                  <a:srgbClr val="631D2F"/>
                </a:solidFill>
                <a:latin typeface="Aptos"/>
              </a:rPr>
              <a:t>Your Project Design</a:t>
            </a:r>
            <a:endParaRPr sz="1900" dirty="0">
              <a:solidFill>
                <a:srgbClr val="631D2F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39712" y="5500116"/>
            <a:ext cx="182880" cy="182880"/>
          </a:xfrm>
          <a:prstGeom prst="rect">
            <a:avLst/>
          </a:prstGeom>
          <a:noFill/>
          <a:ln w="25400">
            <a:solidFill>
              <a:srgbClr val="EE1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791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65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Yolanda Darville</dc:creator>
  <cp:lastModifiedBy>Yolanda Darville</cp:lastModifiedBy>
  <cp:revision>1</cp:revision>
  <dcterms:created xsi:type="dcterms:W3CDTF">2026-10-30T15:18:32Z</dcterms:created>
  <dcterms:modified xsi:type="dcterms:W3CDTF">2026-10-30T17:07:22Z</dcterms:modified>
</cp:coreProperties>
</file>